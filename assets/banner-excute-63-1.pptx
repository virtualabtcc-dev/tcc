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0" r:id="rId5"/>
  </p:sldIdLst>
  <p:sldSz cx="21602700" cy="32404050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sz="6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6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6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6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6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6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6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6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6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06">
          <p15:clr>
            <a:srgbClr val="A4A3A4"/>
          </p15:clr>
        </p15:guide>
        <p15:guide id="2" pos="68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537B"/>
    <a:srgbClr val="255178"/>
    <a:srgbClr val="F8B03C"/>
    <a:srgbClr val="FF0000"/>
    <a:srgbClr val="0099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25" d="100"/>
          <a:sy n="25" d="100"/>
        </p:scale>
        <p:origin x="2126" y="-1411"/>
      </p:cViewPr>
      <p:guideLst>
        <p:guide orient="horz" pos="10206"/>
        <p:guide pos="68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0BBFA7D-9BDF-C62E-42AD-9EE1675CD53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E07F002-43D5-1158-0969-C17D9148EA3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7772FE0C-BB35-53A5-039D-4B8F3E7349E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0F48490B-3C4D-F7B8-7CEE-BCE8D7CE319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4DF5B78-A5D4-4695-AFE4-7B34AA4A787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91C6207-FECD-2F20-7108-14C69CD82C4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487FE8D-B5D6-31F6-C792-1EC1E2528C4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3EFDE29-AEEC-7897-03A5-05B37F4D8ED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6000" y="685800"/>
            <a:ext cx="228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5D92E44A-A08B-37A7-C2EC-08B23C994E1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181556AC-465D-F08B-14F6-295C956AEA5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363DC99B-9417-888C-C91B-45A3EE63E8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BEE5004-9ECA-4E71-9AFD-A7DD991781C1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0838" y="10066338"/>
            <a:ext cx="18361025" cy="6945312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240088" y="18362613"/>
            <a:ext cx="15122525" cy="82804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13DFFD1-3045-EDCD-3D71-17EAF5C2FF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3B5C890-F192-AC28-6567-ED725A4F32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5D90636-5F66-734E-4EFD-C4626F6F28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DE4CF0-9F84-455D-8858-2F1A406286E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82793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A6F27A3-A8D5-9FDB-CFAE-72C9748D90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EB06DC7-2570-90F4-E0B1-5A8E4BCA67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D387D8-C11B-C95A-91C8-1B774B34F0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823DAA-2238-4404-B744-2CC4E4A9E62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36323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06563" y="20823238"/>
            <a:ext cx="18362612" cy="64357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706563" y="13733463"/>
            <a:ext cx="18362612" cy="70897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4738986-6338-783A-4C58-DFA69076A2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5BA88B3-1605-8F0B-7839-A2E3F83BA1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4E0B59-1180-E737-FD99-B683B6C119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6E1BEC-1B65-4279-B1C1-AC12AABDFB7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00512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79500" y="7561263"/>
            <a:ext cx="9645650" cy="21385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877550" y="7561263"/>
            <a:ext cx="9645650" cy="21385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002625-3692-6C9A-8FE8-2F27E99245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A60102-174B-B85C-1F5B-6411B7E519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632390-5033-6026-6629-EC6013F4BF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D703D4-316E-4B21-9FBB-4947770233E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43469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79500" y="7253288"/>
            <a:ext cx="9545638" cy="30226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79500" y="10275888"/>
            <a:ext cx="9545638" cy="1867058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0974388" y="7253288"/>
            <a:ext cx="9548812" cy="30226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0974388" y="10275888"/>
            <a:ext cx="9548812" cy="1867058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93BDD04-6851-07D8-18C9-3B7164413E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A1CA3A9-AD61-B690-479F-D03EF8E390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211AB38-83F8-5FB3-3DF9-533CF1A670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A2B621-BEC3-4D4C-B6F2-9EC717E76FF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74988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46028B6-9C88-5C22-CE24-BB27DF8D77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3A6E2FB-F8D2-6204-8881-4FFE798FAA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E5D670A-E192-D1C6-3408-98CD868926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FC9B10-6514-4ABD-ADAD-E9D9FE1F667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5076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5C2E2AC-E705-76D8-774D-E563A1CC89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7D818CF-B119-F8DB-CA14-2BC2111A9A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A118253-3351-5B76-15B3-F0F88E2DC9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F525BF-029F-4F89-9728-CD51FA06DA4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09817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79500" y="1290638"/>
            <a:ext cx="7107238" cy="54895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445500" y="1290638"/>
            <a:ext cx="12077700" cy="276558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79500" y="6780213"/>
            <a:ext cx="7107238" cy="221662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F6253B-3DA8-55AF-E86E-1411ED3349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E20094-9CB0-E701-5095-8B7D9A1669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44BC37-1580-E675-F30B-F6C2672414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52016D-2030-4BFB-818C-863068FE05F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12066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33863" y="22682200"/>
            <a:ext cx="12961937" cy="267811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233863" y="2895600"/>
            <a:ext cx="12961937" cy="194421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233863" y="25360313"/>
            <a:ext cx="12961937" cy="38036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135EA4-41DE-8E71-1024-7857450A42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02D90E-61F7-AD16-3F18-FDADFFD870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2127EF-AC43-0D1A-0562-CB8992016E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4A42A0-CCCC-4C1B-9013-3910A9690F0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40487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38E3758-CF4B-BA90-7DC7-9C61E66E7D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B1ECF9A-6305-A010-A2A1-8FB500EBEF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C403BB-53C2-87AE-C849-03F44BE4BF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BC7CFB-57F4-44E7-9656-73CD7C8C13A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35840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5662275" y="1296988"/>
            <a:ext cx="4860925" cy="27649487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079500" y="1296988"/>
            <a:ext cx="14430375" cy="27649487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4BE501A-9A32-30EB-6806-9662C45A6D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996129A-1C58-8594-78C8-7CFC45C6B5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E9BA9AC-68F6-1448-161F-BB26EF4CF4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D031E2-349C-4AE8-9D07-D70FF1FA567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35775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16C8A5-0C1F-67EA-49BB-B98EEA6C2D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1296988"/>
            <a:ext cx="19443700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08610" tIns="154305" rIns="308610" bIns="1543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6EE0796-4F74-600D-58A6-C8943A4BD7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0" y="7561263"/>
            <a:ext cx="19443700" cy="2138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1E5C4A7-D5B4-BED8-FB0E-9A81EAA919A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0" y="29508450"/>
            <a:ext cx="5041900" cy="225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>
              <a:defRPr sz="47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3284837-3C0D-5CAA-8C27-DCE537328E8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380288" y="29508450"/>
            <a:ext cx="6842125" cy="225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ctr">
              <a:defRPr sz="47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57DFE46-B538-A01F-84A5-B2EE1F57FE3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481300" y="29508450"/>
            <a:ext cx="5041900" cy="225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r">
              <a:defRPr sz="4700"/>
            </a:lvl1pPr>
          </a:lstStyle>
          <a:p>
            <a:fld id="{94989B6C-3DD7-43F0-A734-55291E08A299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086100" rtl="0" eaLnBrk="0" fontAlgn="base" hangingPunct="0">
        <a:spcBef>
          <a:spcPct val="0"/>
        </a:spcBef>
        <a:spcAft>
          <a:spcPct val="0"/>
        </a:spcAft>
        <a:defRPr sz="149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086100" rtl="0" eaLnBrk="0" fontAlgn="base" hangingPunct="0">
        <a:spcBef>
          <a:spcPct val="0"/>
        </a:spcBef>
        <a:spcAft>
          <a:spcPct val="0"/>
        </a:spcAft>
        <a:defRPr sz="14900">
          <a:solidFill>
            <a:schemeClr val="tx2"/>
          </a:solidFill>
          <a:latin typeface="Arial" charset="0"/>
        </a:defRPr>
      </a:lvl2pPr>
      <a:lvl3pPr algn="ctr" defTabSz="3086100" rtl="0" eaLnBrk="0" fontAlgn="base" hangingPunct="0">
        <a:spcBef>
          <a:spcPct val="0"/>
        </a:spcBef>
        <a:spcAft>
          <a:spcPct val="0"/>
        </a:spcAft>
        <a:defRPr sz="14900">
          <a:solidFill>
            <a:schemeClr val="tx2"/>
          </a:solidFill>
          <a:latin typeface="Arial" charset="0"/>
        </a:defRPr>
      </a:lvl3pPr>
      <a:lvl4pPr algn="ctr" defTabSz="3086100" rtl="0" eaLnBrk="0" fontAlgn="base" hangingPunct="0">
        <a:spcBef>
          <a:spcPct val="0"/>
        </a:spcBef>
        <a:spcAft>
          <a:spcPct val="0"/>
        </a:spcAft>
        <a:defRPr sz="14900">
          <a:solidFill>
            <a:schemeClr val="tx2"/>
          </a:solidFill>
          <a:latin typeface="Arial" charset="0"/>
        </a:defRPr>
      </a:lvl4pPr>
      <a:lvl5pPr algn="ctr" defTabSz="3086100" rtl="0" eaLnBrk="0" fontAlgn="base" hangingPunct="0">
        <a:spcBef>
          <a:spcPct val="0"/>
        </a:spcBef>
        <a:spcAft>
          <a:spcPct val="0"/>
        </a:spcAft>
        <a:defRPr sz="14900">
          <a:solidFill>
            <a:schemeClr val="tx2"/>
          </a:solidFill>
          <a:latin typeface="Arial" charset="0"/>
        </a:defRPr>
      </a:lvl5pPr>
      <a:lvl6pPr marL="457200" algn="ctr" defTabSz="3086100" rtl="0" fontAlgn="base">
        <a:spcBef>
          <a:spcPct val="0"/>
        </a:spcBef>
        <a:spcAft>
          <a:spcPct val="0"/>
        </a:spcAft>
        <a:defRPr sz="14900">
          <a:solidFill>
            <a:schemeClr val="tx2"/>
          </a:solidFill>
          <a:latin typeface="Arial" charset="0"/>
        </a:defRPr>
      </a:lvl6pPr>
      <a:lvl7pPr marL="914400" algn="ctr" defTabSz="3086100" rtl="0" fontAlgn="base">
        <a:spcBef>
          <a:spcPct val="0"/>
        </a:spcBef>
        <a:spcAft>
          <a:spcPct val="0"/>
        </a:spcAft>
        <a:defRPr sz="14900">
          <a:solidFill>
            <a:schemeClr val="tx2"/>
          </a:solidFill>
          <a:latin typeface="Arial" charset="0"/>
        </a:defRPr>
      </a:lvl7pPr>
      <a:lvl8pPr marL="1371600" algn="ctr" defTabSz="3086100" rtl="0" fontAlgn="base">
        <a:spcBef>
          <a:spcPct val="0"/>
        </a:spcBef>
        <a:spcAft>
          <a:spcPct val="0"/>
        </a:spcAft>
        <a:defRPr sz="14900">
          <a:solidFill>
            <a:schemeClr val="tx2"/>
          </a:solidFill>
          <a:latin typeface="Arial" charset="0"/>
        </a:defRPr>
      </a:lvl8pPr>
      <a:lvl9pPr marL="1828800" algn="ctr" defTabSz="3086100" rtl="0" fontAlgn="base">
        <a:spcBef>
          <a:spcPct val="0"/>
        </a:spcBef>
        <a:spcAft>
          <a:spcPct val="0"/>
        </a:spcAft>
        <a:defRPr sz="14900">
          <a:solidFill>
            <a:schemeClr val="tx2"/>
          </a:solidFill>
          <a:latin typeface="Arial" charset="0"/>
        </a:defRPr>
      </a:lvl9pPr>
    </p:titleStyle>
    <p:bodyStyle>
      <a:lvl1pPr marL="1157288" indent="-1157288" algn="l" defTabSz="3086100" rtl="0" eaLnBrk="0" fontAlgn="base" hangingPunct="0">
        <a:spcBef>
          <a:spcPct val="20000"/>
        </a:spcBef>
        <a:spcAft>
          <a:spcPct val="0"/>
        </a:spcAft>
        <a:buChar char="•"/>
        <a:defRPr sz="10800">
          <a:solidFill>
            <a:schemeClr val="tx1"/>
          </a:solidFill>
          <a:latin typeface="+mn-lt"/>
          <a:ea typeface="+mn-ea"/>
          <a:cs typeface="+mn-cs"/>
        </a:defRPr>
      </a:lvl1pPr>
      <a:lvl2pPr marL="2508250" indent="-965200" algn="l" defTabSz="3086100" rtl="0" eaLnBrk="0" fontAlgn="base" hangingPunct="0">
        <a:spcBef>
          <a:spcPct val="20000"/>
        </a:spcBef>
        <a:spcAft>
          <a:spcPct val="0"/>
        </a:spcAft>
        <a:buChar char="–"/>
        <a:defRPr sz="9500">
          <a:solidFill>
            <a:schemeClr val="tx1"/>
          </a:solidFill>
          <a:latin typeface="+mn-lt"/>
        </a:defRPr>
      </a:lvl2pPr>
      <a:lvl3pPr marL="3857625" indent="-771525" algn="l" defTabSz="3086100" rtl="0" eaLnBrk="0" fontAlgn="base" hangingPunct="0">
        <a:spcBef>
          <a:spcPct val="20000"/>
        </a:spcBef>
        <a:spcAft>
          <a:spcPct val="0"/>
        </a:spcAft>
        <a:buChar char="•"/>
        <a:defRPr sz="8100">
          <a:solidFill>
            <a:schemeClr val="tx1"/>
          </a:solidFill>
          <a:latin typeface="+mn-lt"/>
        </a:defRPr>
      </a:lvl3pPr>
      <a:lvl4pPr marL="5400675" indent="-771525" algn="l" defTabSz="3086100" rtl="0" eaLnBrk="0" fontAlgn="base" hangingPunct="0">
        <a:spcBef>
          <a:spcPct val="20000"/>
        </a:spcBef>
        <a:spcAft>
          <a:spcPct val="0"/>
        </a:spcAft>
        <a:buChar char="–"/>
        <a:defRPr sz="6800">
          <a:solidFill>
            <a:schemeClr val="tx1"/>
          </a:solidFill>
          <a:latin typeface="+mn-lt"/>
        </a:defRPr>
      </a:lvl4pPr>
      <a:lvl5pPr marL="6943725" indent="-771525" algn="l" defTabSz="3086100" rtl="0" eaLnBrk="0" fontAlgn="base" hangingPunct="0">
        <a:spcBef>
          <a:spcPct val="20000"/>
        </a:spcBef>
        <a:spcAft>
          <a:spcPct val="0"/>
        </a:spcAft>
        <a:buChar char="»"/>
        <a:defRPr sz="6800">
          <a:solidFill>
            <a:schemeClr val="tx1"/>
          </a:solidFill>
          <a:latin typeface="+mn-lt"/>
        </a:defRPr>
      </a:lvl5pPr>
      <a:lvl6pPr marL="7400925" indent="-771525" algn="l" defTabSz="3086100" rtl="0" fontAlgn="base">
        <a:spcBef>
          <a:spcPct val="20000"/>
        </a:spcBef>
        <a:spcAft>
          <a:spcPct val="0"/>
        </a:spcAft>
        <a:buChar char="»"/>
        <a:defRPr sz="6800">
          <a:solidFill>
            <a:schemeClr val="tx1"/>
          </a:solidFill>
          <a:latin typeface="+mn-lt"/>
        </a:defRPr>
      </a:lvl6pPr>
      <a:lvl7pPr marL="7858125" indent="-771525" algn="l" defTabSz="3086100" rtl="0" fontAlgn="base">
        <a:spcBef>
          <a:spcPct val="20000"/>
        </a:spcBef>
        <a:spcAft>
          <a:spcPct val="0"/>
        </a:spcAft>
        <a:buChar char="»"/>
        <a:defRPr sz="6800">
          <a:solidFill>
            <a:schemeClr val="tx1"/>
          </a:solidFill>
          <a:latin typeface="+mn-lt"/>
        </a:defRPr>
      </a:lvl7pPr>
      <a:lvl8pPr marL="8315325" indent="-771525" algn="l" defTabSz="3086100" rtl="0" fontAlgn="base">
        <a:spcBef>
          <a:spcPct val="20000"/>
        </a:spcBef>
        <a:spcAft>
          <a:spcPct val="0"/>
        </a:spcAft>
        <a:buChar char="»"/>
        <a:defRPr sz="6800">
          <a:solidFill>
            <a:schemeClr val="tx1"/>
          </a:solidFill>
          <a:latin typeface="+mn-lt"/>
        </a:defRPr>
      </a:lvl8pPr>
      <a:lvl9pPr marL="8772525" indent="-771525" algn="l" defTabSz="3086100" rtl="0" fontAlgn="base">
        <a:spcBef>
          <a:spcPct val="20000"/>
        </a:spcBef>
        <a:spcAft>
          <a:spcPct val="0"/>
        </a:spcAft>
        <a:buChar char="»"/>
        <a:defRPr sz="68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805AC03-4211-5D6B-EEBC-D27EF72DCC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18512" y="23092962"/>
            <a:ext cx="12301892" cy="8200779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C3659986-98A3-6A90-5E99-4DAB725B59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666" b="-583"/>
          <a:stretch/>
        </p:blipFill>
        <p:spPr>
          <a:xfrm>
            <a:off x="0" y="-168771"/>
            <a:ext cx="720230" cy="32932636"/>
          </a:xfrm>
          <a:prstGeom prst="rect">
            <a:avLst/>
          </a:prstGeom>
        </p:spPr>
      </p:pic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D56E57BF-8C65-3B20-8B1A-3D657BC9DF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666"/>
          <a:stretch/>
        </p:blipFill>
        <p:spPr>
          <a:xfrm>
            <a:off x="20882470" y="-168771"/>
            <a:ext cx="720230" cy="32741592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4E38448C-74BE-32B4-3DA9-BB1485B42D41}"/>
              </a:ext>
            </a:extLst>
          </p:cNvPr>
          <p:cNvSpPr txBox="1">
            <a:spLocks noChangeArrowheads="1"/>
          </p:cNvSpPr>
          <p:nvPr/>
        </p:nvSpPr>
        <p:spPr>
          <a:xfrm>
            <a:off x="1481931" y="11104329"/>
            <a:ext cx="18642263" cy="4592871"/>
          </a:xfrm>
          <a:prstGeom prst="rect">
            <a:avLst/>
          </a:prstGeom>
        </p:spPr>
        <p:txBody>
          <a:bodyPr>
            <a:normAutofit/>
          </a:bodyPr>
          <a:lstStyle>
            <a:lvl1pPr marL="1157288" indent="-1157288" algn="l" defTabSz="3086100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0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08250" indent="-965200" algn="l" defTabSz="3086100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9500">
                <a:solidFill>
                  <a:schemeClr val="tx1"/>
                </a:solidFill>
                <a:latin typeface="+mn-lt"/>
              </a:defRPr>
            </a:lvl2pPr>
            <a:lvl3pPr marL="3857625" indent="-771525" algn="l" defTabSz="3086100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8100">
                <a:solidFill>
                  <a:schemeClr val="tx1"/>
                </a:solidFill>
                <a:latin typeface="+mn-lt"/>
              </a:defRPr>
            </a:lvl3pPr>
            <a:lvl4pPr marL="5400675" indent="-771525" algn="l" defTabSz="3086100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6800">
                <a:solidFill>
                  <a:schemeClr val="tx1"/>
                </a:solidFill>
                <a:latin typeface="+mn-lt"/>
              </a:defRPr>
            </a:lvl4pPr>
            <a:lvl5pPr marL="6943725" indent="-771525" algn="l" defTabSz="308610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6800">
                <a:solidFill>
                  <a:schemeClr val="tx1"/>
                </a:solidFill>
                <a:latin typeface="+mn-lt"/>
              </a:defRPr>
            </a:lvl5pPr>
            <a:lvl6pPr marL="7400925" indent="-771525" algn="l" defTabSz="3086100" rtl="0" fontAlgn="base">
              <a:spcBef>
                <a:spcPct val="20000"/>
              </a:spcBef>
              <a:spcAft>
                <a:spcPct val="0"/>
              </a:spcAft>
              <a:buChar char="»"/>
              <a:defRPr sz="6800">
                <a:solidFill>
                  <a:schemeClr val="tx1"/>
                </a:solidFill>
                <a:latin typeface="+mn-lt"/>
              </a:defRPr>
            </a:lvl6pPr>
            <a:lvl7pPr marL="7858125" indent="-771525" algn="l" defTabSz="3086100" rtl="0" fontAlgn="base">
              <a:spcBef>
                <a:spcPct val="20000"/>
              </a:spcBef>
              <a:spcAft>
                <a:spcPct val="0"/>
              </a:spcAft>
              <a:buChar char="»"/>
              <a:defRPr sz="6800">
                <a:solidFill>
                  <a:schemeClr val="tx1"/>
                </a:solidFill>
                <a:latin typeface="+mn-lt"/>
              </a:defRPr>
            </a:lvl7pPr>
            <a:lvl8pPr marL="8315325" indent="-771525" algn="l" defTabSz="3086100" rtl="0" fontAlgn="base">
              <a:spcBef>
                <a:spcPct val="20000"/>
              </a:spcBef>
              <a:spcAft>
                <a:spcPct val="0"/>
              </a:spcAft>
              <a:buChar char="»"/>
              <a:defRPr sz="6800">
                <a:solidFill>
                  <a:schemeClr val="tx1"/>
                </a:solidFill>
                <a:latin typeface="+mn-lt"/>
              </a:defRPr>
            </a:lvl8pPr>
            <a:lvl9pPr marL="8772525" indent="-771525" algn="l" defTabSz="3086100" rtl="0" fontAlgn="base">
              <a:spcBef>
                <a:spcPct val="20000"/>
              </a:spcBef>
              <a:spcAft>
                <a:spcPct val="0"/>
              </a:spcAft>
              <a:buChar char="»"/>
              <a:defRPr sz="6800"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>
              <a:lnSpc>
                <a:spcPct val="90000"/>
              </a:lnSpc>
            </a:pPr>
            <a:r>
              <a:rPr lang="pt-BR" altLang="pt-BR" sz="4800" kern="0" dirty="0"/>
              <a:t>Sobre: </a:t>
            </a:r>
            <a:r>
              <a:rPr lang="pt-BR" altLang="pt-BR" sz="4800" kern="0" dirty="0" err="1"/>
              <a:t>VirtuaLab</a:t>
            </a:r>
            <a:r>
              <a:rPr lang="pt-BR" altLang="pt-BR" sz="4800" kern="0" dirty="0"/>
              <a:t> é um servidor de virtualização que entrega acessibilidade, gestão centralizada, segurança e qualidade através de maquinas virtuais e containers para serem aplicados em computadores antigos. Tornamos uma maquina velha em algo mais atual e versátil com o </a:t>
            </a:r>
            <a:r>
              <a:rPr lang="pt-BR" altLang="pt-BR" sz="4800" kern="0" dirty="0" err="1"/>
              <a:t>proxmox</a:t>
            </a:r>
            <a:r>
              <a:rPr lang="pt-BR" altLang="pt-BR" sz="4800" kern="0" dirty="0"/>
              <a:t> e demais funções.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DFBF734D-9618-6D3A-CD53-F3B383A83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2699" y="29814532"/>
            <a:ext cx="8404536" cy="108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pt-BR" altLang="pt-BR" sz="3600" dirty="0"/>
              <a:t>Agradecimentos e/ou patrocínio: 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F8D3997A-2D91-B05D-19A7-E4F0763C2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493" y="15438612"/>
            <a:ext cx="6948657" cy="8956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685800" indent="-685800" algn="just" eaLnBrk="1" hangingPunct="1">
              <a:buFont typeface="Arial" panose="020B0604020202020204" pitchFamily="34" charset="0"/>
              <a:buChar char="•"/>
            </a:pPr>
            <a:r>
              <a:rPr lang="pt-BR" altLang="pt-BR" sz="4800" dirty="0"/>
              <a:t>Visamos recuperar computadores ou notebooks utilizando maquinas virtual para fins educacionais, profissionais ou pessoais</a:t>
            </a:r>
          </a:p>
          <a:p>
            <a:pPr algn="just" eaLnBrk="1" hangingPunct="1"/>
            <a:endParaRPr lang="pt-BR" altLang="pt-BR" sz="4800" dirty="0"/>
          </a:p>
          <a:p>
            <a:pPr marL="685800" indent="-685800" algn="just" eaLnBrk="1" hangingPunct="1">
              <a:buFont typeface="Arial" panose="020B0604020202020204" pitchFamily="34" charset="0"/>
              <a:buChar char="•"/>
            </a:pPr>
            <a:r>
              <a:rPr lang="pt-BR" altLang="pt-BR" sz="4800" dirty="0"/>
              <a:t>Com o </a:t>
            </a:r>
            <a:r>
              <a:rPr lang="pt-BR" altLang="pt-BR" sz="4800" dirty="0" err="1"/>
              <a:t>VirtuaLab</a:t>
            </a:r>
            <a:r>
              <a:rPr lang="pt-BR" altLang="pt-BR" sz="4800" dirty="0"/>
              <a:t> nós demos utilidade para 5 maquinas inutilizáveis.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E0783338-4BDA-F226-3A75-5EA31F2D7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697200"/>
            <a:ext cx="216027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pic>
        <p:nvPicPr>
          <p:cNvPr id="17" name="Imagem 16" descr="Logotipo&#10;&#10;Descrição gerada automaticamente">
            <a:extLst>
              <a:ext uri="{FF2B5EF4-FFF2-40B4-BE49-F238E27FC236}">
                <a16:creationId xmlns:a16="http://schemas.microsoft.com/office/drawing/2014/main" id="{3F253C4F-25DA-7A36-6039-5D5C7425E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3885" y="29478657"/>
            <a:ext cx="5892618" cy="2325273"/>
          </a:xfrm>
          <a:prstGeom prst="rect">
            <a:avLst/>
          </a:prstGeom>
        </p:spPr>
      </p:pic>
      <p:pic>
        <p:nvPicPr>
          <p:cNvPr id="18" name="Imagem 17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3C8CE9EE-201A-3B7A-D118-495F87D448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2709" y="30346949"/>
            <a:ext cx="3273973" cy="1314458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145A26BE-4503-9C91-0DFB-592600E4E6D4}"/>
              </a:ext>
            </a:extLst>
          </p:cNvPr>
          <p:cNvSpPr txBox="1"/>
          <p:nvPr/>
        </p:nvSpPr>
        <p:spPr>
          <a:xfrm>
            <a:off x="10815364" y="15076979"/>
            <a:ext cx="8404535" cy="3981843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marL="685800" indent="-685800" algn="just" eaLnBrk="1" hangingPunct="1">
              <a:buFont typeface="Arial" panose="020B0604020202020204" pitchFamily="34" charset="0"/>
              <a:buChar char="•"/>
            </a:pPr>
            <a:r>
              <a:rPr lang="pt-BR" sz="5700" dirty="0"/>
              <a:t>A virtualização visa moderniza a infraestrutura escolar, reduzindo o descarte de máquinas e gerando economia sustentável.</a:t>
            </a:r>
          </a:p>
          <a:p>
            <a:pPr marL="685800" indent="-685800" algn="just" eaLnBrk="1" hangingPunct="1">
              <a:buFont typeface="Arial" panose="020B0604020202020204" pitchFamily="34" charset="0"/>
              <a:buChar char="•"/>
            </a:pPr>
            <a:endParaRPr lang="pt-BR" altLang="pt-BR" sz="5700" dirty="0"/>
          </a:p>
          <a:p>
            <a:pPr algn="just" eaLnBrk="1" hangingPunct="1"/>
            <a:endParaRPr lang="pt-BR" altLang="pt-BR" sz="4800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715C5EF-E9A0-222E-36E9-BC00CBFE9CDE}"/>
              </a:ext>
            </a:extLst>
          </p:cNvPr>
          <p:cNvSpPr txBox="1"/>
          <p:nvPr/>
        </p:nvSpPr>
        <p:spPr>
          <a:xfrm>
            <a:off x="11438804" y="25612125"/>
            <a:ext cx="8470149" cy="175432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pt-BR" altLang="pt-BR" sz="4000" dirty="0"/>
              <a:t>Agradecimentos e/ou patrocínio: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pt-BR" altLang="pt-BR" sz="4000" dirty="0"/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8F86C350-6869-3E01-27BB-CBA801A076A8}"/>
              </a:ext>
            </a:extLst>
          </p:cNvPr>
          <p:cNvCxnSpPr>
            <a:cxnSpLocks/>
          </p:cNvCxnSpPr>
          <p:nvPr/>
        </p:nvCxnSpPr>
        <p:spPr bwMode="auto">
          <a:xfrm>
            <a:off x="1263354" y="29508074"/>
            <a:ext cx="18721979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26537B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9" name="Rectangle 2">
            <a:extLst>
              <a:ext uri="{FF2B5EF4-FFF2-40B4-BE49-F238E27FC236}">
                <a16:creationId xmlns:a16="http://schemas.microsoft.com/office/drawing/2014/main" id="{803B41F4-93AF-C801-B365-1338617D24C6}"/>
              </a:ext>
            </a:extLst>
          </p:cNvPr>
          <p:cNvSpPr txBox="1">
            <a:spLocks noChangeArrowheads="1"/>
          </p:cNvSpPr>
          <p:nvPr/>
        </p:nvSpPr>
        <p:spPr>
          <a:xfrm>
            <a:off x="1371600" y="5360944"/>
            <a:ext cx="18505488" cy="1368425"/>
          </a:xfrm>
          <a:prstGeom prst="rect">
            <a:avLst/>
          </a:prstGeom>
        </p:spPr>
        <p:txBody>
          <a:bodyPr/>
          <a:lstStyle>
            <a:lvl1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2pPr>
            <a:lvl3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3pPr>
            <a:lvl4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4pPr>
            <a:lvl5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5pPr>
            <a:lvl6pPr marL="4572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6pPr>
            <a:lvl7pPr marL="9144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7pPr>
            <a:lvl8pPr marL="13716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8pPr>
            <a:lvl9pPr marL="18288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600" b="1" kern="0" dirty="0" err="1">
                <a:latin typeface="Arial Black" panose="020B0A04020102020204" pitchFamily="34" charset="0"/>
              </a:rPr>
              <a:t>VirtuaLab</a:t>
            </a:r>
            <a:endParaRPr lang="pt-BR" altLang="pt-BR" sz="9600" b="1" kern="0" dirty="0">
              <a:latin typeface="Arial Black" panose="020B0A04020102020204" pitchFamily="34" charset="0"/>
            </a:endParaRPr>
          </a:p>
        </p:txBody>
      </p:sp>
      <p:sp>
        <p:nvSpPr>
          <p:cNvPr id="30" name="Rectangle 5">
            <a:extLst>
              <a:ext uri="{FF2B5EF4-FFF2-40B4-BE49-F238E27FC236}">
                <a16:creationId xmlns:a16="http://schemas.microsoft.com/office/drawing/2014/main" id="{F7AD682C-D3A5-10ED-6264-6E7224711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505" y="8209137"/>
            <a:ext cx="8685391" cy="237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08610" tIns="154305" rIns="308610" bIns="154305"/>
          <a:lstStyle>
            <a:lvl1pPr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90000"/>
              </a:lnSpc>
              <a:spcBef>
                <a:spcPts val="0"/>
              </a:spcBef>
            </a:pPr>
            <a:r>
              <a:rPr lang="pt-BR" altLang="pt-BR" sz="4000" dirty="0"/>
              <a:t>Vinicius Renê Messias Cardoso dos Santos</a:t>
            </a:r>
          </a:p>
          <a:p>
            <a:pPr algn="r" eaLnBrk="1" hangingPunct="1">
              <a:lnSpc>
                <a:spcPct val="90000"/>
              </a:lnSpc>
              <a:spcBef>
                <a:spcPts val="0"/>
              </a:spcBef>
            </a:pPr>
            <a:r>
              <a:rPr lang="pt-BR" altLang="pt-BR" sz="4000" dirty="0"/>
              <a:t>Arthur Sanches Brait</a:t>
            </a:r>
          </a:p>
          <a:p>
            <a:pPr algn="r" eaLnBrk="1" hangingPunct="1">
              <a:lnSpc>
                <a:spcPct val="90000"/>
              </a:lnSpc>
              <a:spcBef>
                <a:spcPts val="0"/>
              </a:spcBef>
            </a:pPr>
            <a:r>
              <a:rPr lang="pt-BR" altLang="pt-BR" sz="4000" dirty="0"/>
              <a:t>Felipe Antônio de Morais Carmo</a:t>
            </a:r>
          </a:p>
          <a:p>
            <a:pPr algn="r" eaLnBrk="1" hangingPunct="1">
              <a:lnSpc>
                <a:spcPct val="90000"/>
              </a:lnSpc>
              <a:spcBef>
                <a:spcPts val="0"/>
              </a:spcBef>
            </a:pPr>
            <a:endParaRPr lang="pt-BR" altLang="pt-BR" sz="4000" dirty="0"/>
          </a:p>
          <a:p>
            <a:pPr algn="r" eaLnBrk="1" hangingPunct="1">
              <a:lnSpc>
                <a:spcPct val="90000"/>
              </a:lnSpc>
              <a:spcBef>
                <a:spcPts val="0"/>
              </a:spcBef>
            </a:pPr>
            <a:endParaRPr lang="pt-BR" altLang="pt-BR" sz="4000" dirty="0"/>
          </a:p>
        </p:txBody>
      </p:sp>
      <p:sp>
        <p:nvSpPr>
          <p:cNvPr id="31" name="Rectangle 14">
            <a:extLst>
              <a:ext uri="{FF2B5EF4-FFF2-40B4-BE49-F238E27FC236}">
                <a16:creationId xmlns:a16="http://schemas.microsoft.com/office/drawing/2014/main" id="{F00BD9E9-E6D7-2783-AC98-EFDD847EB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725" y="6532939"/>
            <a:ext cx="19359562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08610" tIns="154305" rIns="308610" bIns="154305" anchor="ctr"/>
          <a:lstStyle>
            <a:lvl1pPr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4800" b="1" dirty="0"/>
              <a:t>Trabalho de Conclusão de Curso Técnico em 2026</a:t>
            </a:r>
          </a:p>
        </p:txBody>
      </p:sp>
      <p:sp>
        <p:nvSpPr>
          <p:cNvPr id="32" name="Rectangle 5">
            <a:extLst>
              <a:ext uri="{FF2B5EF4-FFF2-40B4-BE49-F238E27FC236}">
                <a16:creationId xmlns:a16="http://schemas.microsoft.com/office/drawing/2014/main" id="{6753309F-EFAD-8300-0DDE-951D162A5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62983" y="8240608"/>
            <a:ext cx="9061212" cy="237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08610" tIns="154305" rIns="308610" bIns="154305"/>
          <a:lstStyle>
            <a:lvl1pPr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0"/>
              </a:spcBef>
            </a:pPr>
            <a:r>
              <a:rPr lang="pt-BR" altLang="pt-BR" sz="4000" dirty="0"/>
              <a:t>Richard Rodrigues Santos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</a:pPr>
            <a:r>
              <a:rPr lang="pt-BR" altLang="pt-BR" sz="4000" dirty="0"/>
              <a:t>Nicolas Felicíssimo de Morais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</a:pPr>
            <a:r>
              <a:rPr lang="pt-BR" altLang="pt-BR" sz="4000" dirty="0"/>
              <a:t>Ruan Gustavo de Oliveira Mesquita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</a:pPr>
            <a:endParaRPr lang="pt-BR" altLang="pt-BR" sz="4000" dirty="0"/>
          </a:p>
          <a:p>
            <a:pPr eaLnBrk="1" hangingPunct="1">
              <a:lnSpc>
                <a:spcPct val="90000"/>
              </a:lnSpc>
              <a:spcBef>
                <a:spcPts val="0"/>
              </a:spcBef>
            </a:pPr>
            <a:endParaRPr lang="pt-BR" altLang="pt-BR" sz="4000" dirty="0"/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F602E7E5-04BB-FF69-C44D-885F06B5B1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8725" y="187310"/>
            <a:ext cx="19079003" cy="4013738"/>
          </a:xfrm>
          <a:prstGeom prst="rect">
            <a:avLst/>
          </a:prstGeom>
        </p:spPr>
      </p:pic>
      <p:pic>
        <p:nvPicPr>
          <p:cNvPr id="1028" name="Picture 4" descr="Máquina virtual - ícones de grátis">
            <a:extLst>
              <a:ext uri="{FF2B5EF4-FFF2-40B4-BE49-F238E27FC236}">
                <a16:creationId xmlns:a16="http://schemas.microsoft.com/office/drawing/2014/main" id="{B60281FE-2C01-BD77-1718-72937B5DB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2083" y="18911277"/>
            <a:ext cx="6291095" cy="5758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uy your Proxmox Backup Server subscription with DynFi">
            <a:extLst>
              <a:ext uri="{FF2B5EF4-FFF2-40B4-BE49-F238E27FC236}">
                <a16:creationId xmlns:a16="http://schemas.microsoft.com/office/drawing/2014/main" id="{AECE4710-5BAD-6A6A-D6C6-A6FBD76A1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4759" y="26353035"/>
            <a:ext cx="5128893" cy="3038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Buy your Proxmox Backup Server subscription with DynFi">
            <a:extLst>
              <a:ext uri="{FF2B5EF4-FFF2-40B4-BE49-F238E27FC236}">
                <a16:creationId xmlns:a16="http://schemas.microsoft.com/office/drawing/2014/main" id="{3422A0B7-3895-7DCC-8EC6-DD76F0647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9244" y="30389322"/>
            <a:ext cx="3152668" cy="1867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7026093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8351f3a6-cdcf-44a1-aab9-82954e3b7e8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AC9C886E3895419AAE68A80376E836" ma:contentTypeVersion="1" ma:contentTypeDescription="Crie um novo documento." ma:contentTypeScope="" ma:versionID="159fbc824b9900a9018100253c913869">
  <xsd:schema xmlns:xsd="http://www.w3.org/2001/XMLSchema" xmlns:xs="http://www.w3.org/2001/XMLSchema" xmlns:p="http://schemas.microsoft.com/office/2006/metadata/properties" xmlns:ns2="8351f3a6-cdcf-44a1-aab9-82954e3b7e82" targetNamespace="http://schemas.microsoft.com/office/2006/metadata/properties" ma:root="true" ma:fieldsID="e82b33918ff57491298df8f5f1419897" ns2:_="">
    <xsd:import namespace="8351f3a6-cdcf-44a1-aab9-82954e3b7e82"/>
    <xsd:element name="properties">
      <xsd:complexType>
        <xsd:sequence>
          <xsd:element name="documentManagement">
            <xsd:complexType>
              <xsd:all>
                <xsd:element ref="ns2:Reference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51f3a6-cdcf-44a1-aab9-82954e3b7e82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7C0462-FA2A-4F85-94E7-5AA9B598FE0C}">
  <ds:schemaRefs>
    <ds:schemaRef ds:uri="http://schemas.microsoft.com/office/2006/metadata/properties"/>
    <ds:schemaRef ds:uri="http://schemas.microsoft.com/office/infopath/2007/PartnerControls"/>
    <ds:schemaRef ds:uri="8351f3a6-cdcf-44a1-aab9-82954e3b7e82"/>
  </ds:schemaRefs>
</ds:datastoreItem>
</file>

<file path=customXml/itemProps2.xml><?xml version="1.0" encoding="utf-8"?>
<ds:datastoreItem xmlns:ds="http://schemas.openxmlformats.org/officeDocument/2006/customXml" ds:itemID="{B25F9372-2F9E-46E8-A1BD-CA29C55235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6643F22-F75F-4873-A91F-68C4B536E6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51f3a6-cdcf-44a1-aab9-82954e3b7e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429</TotalTime>
  <Words>139</Words>
  <Application>Microsoft Office PowerPoint</Application>
  <PresentationFormat>Personalizar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Arial Black</vt:lpstr>
      <vt:lpstr>Design padrão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Jr</dc:creator>
  <cp:lastModifiedBy>Aluno</cp:lastModifiedBy>
  <cp:revision>36</cp:revision>
  <dcterms:created xsi:type="dcterms:W3CDTF">2006-11-04T15:46:42Z</dcterms:created>
  <dcterms:modified xsi:type="dcterms:W3CDTF">2026-06-03T23:55:30Z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0x010100DFAC9C886E3895419AAE68A80376E836</vt:lpwstr>
  </property>
</Properties>
</file>